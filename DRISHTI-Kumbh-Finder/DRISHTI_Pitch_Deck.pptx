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241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2560320"/>
            <a:ext cx="4114800" cy="4114800"/>
          </a:xfrm>
          <a:prstGeom prst="ellipse">
            <a:avLst/>
          </a:prstGeom>
          <a:solidFill>
            <a:srgbClr val="FF6A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960120"/>
            <a:ext cx="1005840" cy="1005840"/>
          </a:xfrm>
          <a:prstGeom prst="ellipse">
            <a:avLst/>
          </a:prstGeom>
          <a:solidFill>
            <a:srgbClr val="FF6A0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307592"/>
            <a:ext cx="310896" cy="310896"/>
          </a:xfrm>
          <a:prstGeom prst="ellipse">
            <a:avLst/>
          </a:prstGeom>
          <a:solidFill>
            <a:srgbClr val="1611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missing people in real time at the Kumbh Mela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face-matching prototype for the Nashik–Trimbakeshwar Simhastha Kumbh Mela 2027 — designed for a crowd of ~12 crore pilgrims.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pPr indent="0" marL="0">
              <a:buNone/>
            </a:pPr>
            <a:r>
              <a:rPr lang="en-US" sz="18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pPr indent="0" marL="0">
              <a:buNone/>
            </a:pPr>
            <a:r>
              <a:rPr lang="en-US" sz="18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pPr indent="0" marL="0">
              <a:buNone/>
            </a:pPr>
            <a:r>
              <a:rPr lang="en-US" sz="18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lost in the world's largest gathering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Kumbh Mela is the biggest peaceful human gathering on Earth — and separation from family is one of its most common, frightening experiences.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fix — a loudspeaker and a lost-and-found (Bhula-Bhatka) tent — is slow, passive, and useless for someone who is disoriented, wandering, or can't ask for help.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elderly, children, and non-local-language speakers are most at risk, and every hour of separation is acute distress.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82880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FFF4EC"/>
          </a:solidFill>
          <a:ln w="15240">
            <a:solidFill>
              <a:srgbClr val="FF6A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12280" y="269748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reported missing across a single mela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2.5 crore people on a single peak day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wandering person rarely stays near a booth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CCTV review can't keep up with the crowd</a:t>
            </a:r>
            <a:endParaRPr lang="en-US" sz="14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change appearance fast &amp; have few photos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— NASHIK 2027 GROUND TRUTH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design for the actual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cr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Pilgrims expected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full mela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cr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2044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Peak-day footfall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million in one 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9933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4,011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0936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CCTV cameras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+ 18 surveillance drones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19933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₹300 cr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9828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budget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3108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"Kumbh AI Stack"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161123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cameras are — and where people get lost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" y="46177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Ramkund ghats (densest zone) · surrounding ghats · Sadhugram akhada camps · Trimbakeshwar temple (~30 km away) · Nashik Road railway station · CBS bus stand · Ramkund Marg corridor.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sites, 30 km apart, one search space — a person lost at Ramkund may resurface at Trimbakeshwar. That's why DRISHTI uses ONE central vector index across all 4,011 cameras, not per-camera search.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Prayagraj 2025 proved the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Maha Kumbh 2025, authorities used AI facial recognition to locate lost people for the first time — when someone was reported missing, the system scanned the camera network and traced their route through CCTV. India's police already run a national face-recognition system that has matched thousands of missing-child cases.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3649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2,750+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CCTV cameras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Prayagraj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32004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33649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 cameras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4480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major stations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3649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Lost-&amp;-found booths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tech-equipped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06840" y="32004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98280" y="33649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9828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children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AFRS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takes this proven idea and purpose-builds it for Nashik 2027: family-facing, privacy-bounded, and tuned to the site's geography.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DRISHTI: an active search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gives a photo → DRISHTI searches the live camera network → reports where that face appears, in near-real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241A4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880360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1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submits a photo + consent at a booth or in the app. DRISHTI stores only a face-print.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241A4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880360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1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11880" y="4160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face on every camera is matched against the watch-list in milliseconds.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241A4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2880360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1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55080" y="4160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pins the camera, location &amp; time and reconstructs the person's path.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26517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241A4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0" y="2880360"/>
            <a:ext cx="548640" cy="54864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1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068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Reunite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098280" y="416052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+ nearest booth are alerted; an operator confirms before dispatch.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reunification — not blanket surveillance.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→ Embed → Match → Alert</a:t>
            </a:r>
            <a:endParaRPr lang="en-US" sz="3200" dirty="0"/>
          </a:p>
        </p:txBody>
      </p:sp>
      <p:pic>
        <p:nvPicPr>
          <p:cNvPr id="4" name="Image 0" descr="architecture_pipelin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691640"/>
            <a:ext cx="1115568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· Core · Consumers</a:t>
            </a:r>
            <a:endParaRPr lang="en-US" sz="3200" dirty="0"/>
          </a:p>
        </p:txBody>
      </p:sp>
      <p:pic>
        <p:nvPicPr>
          <p:cNvPr id="4" name="Image 0" descr="architecture_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00200"/>
            <a:ext cx="1106424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ROOM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open-source, built to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187452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 / RetinaFace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18745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even in dense, occluded crowds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4EC"/>
          </a:solidFill>
          <a:ln w="12700">
            <a:solidFill>
              <a:srgbClr val="E3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76148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(face-print)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76148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· InsightFace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761488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vector, robust to light &amp; 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4845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at scale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36484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Milvus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364845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over millions of vectors in &lt;50 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4EC"/>
          </a:solidFill>
          <a:ln w="12700">
            <a:solidFill>
              <a:srgbClr val="E3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3542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across cameras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453542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453542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the person's route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42239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4,011 streams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40480" y="542239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DeepStream + TensorRT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5422392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GPU; sends vectors, not raw video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 edge GPUs feed one central vector index — comfortably within the ₹300 cr envelope.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demo you can run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41A4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index.html — zero install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face recognition in the browser (TensorFlow.js)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missing person from a photo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12-tile simulated Kumbh camera wall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detection, matching, boxes &amp; alerts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log + command dashboard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41A4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backend_reference.py — production stack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real models: SCRFD + ArcFace + FAISS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/enroll · /search · /watchlist · /stats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docs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GPU-ready: swap to onnxruntime-gpu + faiss-gpu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for the real deployment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register a sample face → drop a crowd photo into a feed → watch DRISHTI find them.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DPDP Act 2023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&amp; purpose limit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ONLY against photos a family explicitly submitted to find a specific person.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21408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minimisation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Non-matching faces are never stored. Raw video stays at the edge — only vectors travel.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78808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160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deletion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4800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watch-list embeddings &amp; logs purged when the mela ends.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4EC"/>
          </a:solidFill>
          <a:ln w="12700">
            <a:solidFill>
              <a:srgbClr val="E3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78808"/>
            <a:ext cx="502920" cy="502920"/>
          </a:xfrm>
          <a:prstGeom prst="ellipse">
            <a:avLst/>
          </a:prstGeom>
          <a:solidFill>
            <a:srgbClr val="FF6A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4160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is operator-confirmed; every access is logged &amp; auditable.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Civil-society groups warn against weak guardrails. We treat those concerns as design requirements — governance is a first-class layer, not an afterthought.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in reunions, not faces scanned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4EC"/>
          </a:solidFill>
          <a:ln w="15240">
            <a:solidFill>
              <a:srgbClr val="FF6A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time-to-reunion (minutes, not hours)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reported missing persons located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located — highest priority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at operating threshold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parity across demographics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61123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demo + reference backend ✓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Ramkund ghat cluster, one booth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— all 4,011 cameras + family app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— bias audit, DPDP layer, peak load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— future melas + stampede warning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1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241A4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286000"/>
            <a:ext cx="5029200" cy="5029200"/>
          </a:xfrm>
          <a:prstGeom prst="ellipse">
            <a:avLst/>
          </a:prstGeom>
          <a:solidFill>
            <a:srgbClr val="FF6A0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63040"/>
            <a:ext cx="914400" cy="914400"/>
          </a:xfrm>
          <a:prstGeom prst="ellipse">
            <a:avLst/>
          </a:prstGeom>
          <a:solidFill>
            <a:srgbClr val="FF6A0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62763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783080"/>
            <a:ext cx="274320" cy="274320"/>
          </a:xfrm>
          <a:prstGeom prst="ellipse">
            <a:avLst/>
          </a:prstGeom>
          <a:solidFill>
            <a:srgbClr val="1611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families back together —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real time, at any scale.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8368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· Kumbh Mela Missing Person Finder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+ research report + architecture + this deck — all in one package.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Kumbh Mela Missing Person Finder</dc:title>
  <dc:subject>PptxGenJS Presentation</dc:subject>
  <dc:creator>DRISHTI</dc:creator>
  <cp:lastModifiedBy>DRISHTI</cp:lastModifiedBy>
  <cp:revision>1</cp:revision>
  <dcterms:created xsi:type="dcterms:W3CDTF">2026-06-27T04:44:06Z</dcterms:created>
  <dcterms:modified xsi:type="dcterms:W3CDTF">2026-06-27T04:44:06Z</dcterms:modified>
</cp:coreProperties>
</file>